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63" r:id="rId3"/>
  </p:sldIdLst>
  <p:sldSz cx="10972800" cy="14630400"/>
  <p:notesSz cx="6887845" cy="10020300"/>
  <p:defaultTextStyle>
    <a:defPPr>
      <a:defRPr lang="en-US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700" b="0" i="0" u="none" kern="1200" baseline="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136525" lvl="1" indent="320675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700" b="0" i="0" u="none" kern="1200" baseline="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273050" lvl="2" indent="64135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700" b="0" i="0" u="none" kern="1200" baseline="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409575" lvl="3" indent="962025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700" b="0" i="0" u="none" kern="1200" baseline="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548005" lvl="4" indent="1280795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700" b="0" i="0" u="none" kern="1200" baseline="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lvl="5" indent="1280795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700" b="0" i="0" u="none" kern="1200" baseline="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lvl="6" indent="1280795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700" b="0" i="0" u="none" kern="1200" baseline="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lvl="7" indent="1280795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700" b="0" i="0" u="none" kern="1200" baseline="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lvl="8" indent="1280795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700" b="0" i="0" u="none" kern="1200" baseline="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832" userDrawn="1">
          <p15:clr>
            <a:srgbClr val="A4A3A4"/>
          </p15:clr>
        </p15:guide>
        <p15:guide id="2" orient="horz" pos="1673" userDrawn="1">
          <p15:clr>
            <a:srgbClr val="A4A3A4"/>
          </p15:clr>
        </p15:guide>
        <p15:guide id="3" orient="horz" pos="1059" userDrawn="1">
          <p15:clr>
            <a:srgbClr val="A4A3A4"/>
          </p15:clr>
        </p15:guide>
        <p15:guide id="4" orient="horz" pos="1854" userDrawn="1">
          <p15:clr>
            <a:srgbClr val="A4A3A4"/>
          </p15:clr>
        </p15:guide>
        <p15:guide id="5" pos="222" userDrawn="1">
          <p15:clr>
            <a:srgbClr val="A4A3A4"/>
          </p15:clr>
        </p15:guide>
        <p15:guide id="6" pos="2036" userDrawn="1">
          <p15:clr>
            <a:srgbClr val="A4A3A4"/>
          </p15:clr>
        </p15:guide>
        <p15:guide id="7" pos="2093" userDrawn="1">
          <p15:clr>
            <a:srgbClr val="A4A3A4"/>
          </p15:clr>
        </p15:guide>
        <p15:guide id="8" pos="3990" userDrawn="1">
          <p15:clr>
            <a:srgbClr val="A4A3A4"/>
          </p15:clr>
        </p15:guide>
        <p15:guide id="9" pos="4044" userDrawn="1">
          <p15:clr>
            <a:srgbClr val="A4A3A4"/>
          </p15:clr>
        </p15:guide>
        <p15:guide id="10" pos="5896" userDrawn="1">
          <p15:clr>
            <a:srgbClr val="A4A3A4"/>
          </p15:clr>
        </p15:guide>
        <p15:guide id="11" pos="6060" userDrawn="1">
          <p15:clr>
            <a:srgbClr val="A4A3A4"/>
          </p15:clr>
        </p15:guide>
        <p15:guide id="12" pos="786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99"/>
    <a:srgbClr val="CC3300"/>
    <a:srgbClr val="006600"/>
    <a:srgbClr val="336699"/>
    <a:srgbClr val="003399"/>
    <a:srgbClr val="660066"/>
    <a:srgbClr val="006666"/>
    <a:srgbClr val="66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6384" autoAdjust="0"/>
    <p:restoredTop sz="90929"/>
  </p:normalViewPr>
  <p:slideViewPr>
    <p:cSldViewPr showGuides="1">
      <p:cViewPr>
        <p:scale>
          <a:sx n="50" d="100"/>
          <a:sy n="50" d="100"/>
        </p:scale>
        <p:origin x="1494" y="150"/>
      </p:cViewPr>
      <p:guideLst>
        <p:guide orient="horz" pos="5832"/>
        <p:guide orient="horz" pos="1673"/>
        <p:guide orient="horz" pos="1059"/>
        <p:guide orient="horz" pos="1854"/>
        <p:guide pos="222"/>
        <p:guide pos="2036"/>
        <p:guide pos="2093"/>
        <p:guide pos="3990"/>
        <p:guide pos="4044"/>
        <p:guide pos="5896"/>
        <p:guide pos="6060"/>
        <p:guide pos="786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4975" cy="5254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89569" tIns="44785" rIns="89569" bIns="44785" numCol="1" anchor="t" anchorCtr="0" compatLnSpc="1"/>
          <a:lstStyle>
            <a:lvl1pPr defTabSz="896620">
              <a:defRPr sz="1200" smtClean="0"/>
            </a:lvl1pPr>
          </a:lstStyle>
          <a:p>
            <a:pPr marL="0" marR="0" lvl="0" indent="0" algn="l" defTabSz="89662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67150" y="0"/>
            <a:ext cx="3048000" cy="5254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89569" tIns="44785" rIns="89569" bIns="44785" numCol="1" anchor="t" anchorCtr="0" compatLnSpc="1"/>
          <a:lstStyle>
            <a:lvl1pPr algn="r" defTabSz="896620">
              <a:defRPr sz="1200" smtClean="0"/>
            </a:lvl1pPr>
          </a:lstStyle>
          <a:p>
            <a:pPr marL="0" marR="0" lvl="0" indent="0" algn="r" defTabSz="89662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520238"/>
            <a:ext cx="2974975" cy="5238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89569" tIns="44785" rIns="89569" bIns="44785" numCol="1" anchor="b" anchorCtr="0" compatLnSpc="1"/>
          <a:lstStyle>
            <a:lvl1pPr defTabSz="896620">
              <a:defRPr sz="1200" smtClean="0"/>
            </a:lvl1pPr>
          </a:lstStyle>
          <a:p>
            <a:pPr marL="0" marR="0" lvl="0" indent="0" algn="l" defTabSz="89662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67150" y="9520238"/>
            <a:ext cx="3048000" cy="5238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89569" tIns="44785" rIns="89569" bIns="44785" numCol="1" anchor="b" anchorCtr="0" compatLnSpc="1"/>
          <a:lstStyle>
            <a:lvl1pPr algn="r" defTabSz="896620">
              <a:defRPr sz="1200"/>
            </a:lvl1pPr>
          </a:lstStyle>
          <a:p>
            <a:pPr marL="0" marR="0" lvl="0" indent="0" algn="r" defTabSz="89662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D57F2C0-87E0-4A4A-AA09-8B36CFA3AD67}" type="slidenum">
              <a:rPr kumimoji="0" lang="en-AU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</a:fld>
            <a:endParaRPr kumimoji="0" lang="en-AU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4975" cy="5254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89569" tIns="44785" rIns="89569" bIns="44785" numCol="1" anchor="t" anchorCtr="0" compatLnSpc="1"/>
          <a:lstStyle>
            <a:lvl1pPr defTabSz="896620">
              <a:defRPr sz="1200" smtClean="0"/>
            </a:lvl1pPr>
          </a:lstStyle>
          <a:p>
            <a:pPr marL="0" marR="0" lvl="0" indent="0" algn="l" defTabSz="89662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67150" y="0"/>
            <a:ext cx="3048000" cy="5254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89569" tIns="44785" rIns="89569" bIns="44785" numCol="1" anchor="t" anchorCtr="0" compatLnSpc="1"/>
          <a:lstStyle>
            <a:lvl1pPr algn="r" defTabSz="896620">
              <a:defRPr sz="1200" smtClean="0"/>
            </a:lvl1pPr>
          </a:lstStyle>
          <a:p>
            <a:pPr marL="0" marR="0" lvl="0" indent="0" algn="r" defTabSz="89662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052" name="Rectangle 4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23925" y="749300"/>
            <a:ext cx="4997450" cy="3748088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92175" y="4797425"/>
            <a:ext cx="5056188" cy="44973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89569" tIns="44785" rIns="89569" bIns="44785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AU" sz="36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Click to edit Master text styles</a:t>
            </a:r>
            <a:endParaRPr kumimoji="0" lang="en-AU" sz="36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13716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AU" sz="36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Second level</a:t>
            </a:r>
            <a:endParaRPr kumimoji="0" lang="en-AU" sz="36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273685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AU" sz="36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Third level</a:t>
            </a:r>
            <a:endParaRPr kumimoji="0" lang="en-AU" sz="36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410845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AU" sz="36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Fourth level</a:t>
            </a:r>
            <a:endParaRPr kumimoji="0" lang="en-AU" sz="36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548005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AU" sz="36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Fifth level</a:t>
            </a:r>
            <a:endParaRPr kumimoji="0" lang="en-AU" sz="36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520238"/>
            <a:ext cx="2974975" cy="5238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89569" tIns="44785" rIns="89569" bIns="44785" numCol="1" anchor="b" anchorCtr="0" compatLnSpc="1"/>
          <a:lstStyle>
            <a:lvl1pPr defTabSz="896620">
              <a:defRPr sz="1200" smtClean="0"/>
            </a:lvl1pPr>
          </a:lstStyle>
          <a:p>
            <a:pPr marL="0" marR="0" lvl="0" indent="0" algn="l" defTabSz="89662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67150" y="9520238"/>
            <a:ext cx="3048000" cy="5238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89569" tIns="44785" rIns="89569" bIns="44785" numCol="1" anchor="b" anchorCtr="0" compatLnSpc="1"/>
          <a:lstStyle>
            <a:lvl1pPr algn="r" defTabSz="896620">
              <a:defRPr sz="1200"/>
            </a:lvl1pPr>
          </a:lstStyle>
          <a:p>
            <a:pPr marL="0" marR="0" lvl="0" indent="0" algn="r" defTabSz="89662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0899AA0-AC02-4A43-8B2D-C9CB00FE50FC}" type="slidenum">
              <a:rPr kumimoji="0" lang="en-AU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</a:fld>
            <a:endParaRPr kumimoji="0" lang="en-AU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36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137160" algn="l" rtl="0" eaLnBrk="0" fontAlgn="base" hangingPunct="0">
      <a:spcBef>
        <a:spcPct val="30000"/>
      </a:spcBef>
      <a:spcAft>
        <a:spcPct val="0"/>
      </a:spcAft>
      <a:defRPr sz="36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273685" algn="l" rtl="0" eaLnBrk="0" fontAlgn="base" hangingPunct="0">
      <a:spcBef>
        <a:spcPct val="30000"/>
      </a:spcBef>
      <a:spcAft>
        <a:spcPct val="0"/>
      </a:spcAft>
      <a:defRPr sz="36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410845" algn="l" rtl="0" eaLnBrk="0" fontAlgn="base" hangingPunct="0">
      <a:spcBef>
        <a:spcPct val="30000"/>
      </a:spcBef>
      <a:spcAft>
        <a:spcPct val="0"/>
      </a:spcAft>
      <a:defRPr sz="36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548005" algn="l" rtl="0" eaLnBrk="0" fontAlgn="base" hangingPunct="0">
      <a:spcBef>
        <a:spcPct val="30000"/>
      </a:spcBef>
      <a:spcAft>
        <a:spcPct val="0"/>
      </a:spcAft>
      <a:defRPr sz="36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685165" algn="l" defTabSz="273685" rtl="0" eaLnBrk="1" latinLnBrk="0" hangingPunct="1">
      <a:defRPr sz="360" kern="1200">
        <a:solidFill>
          <a:schemeClr val="tx1"/>
        </a:solidFill>
        <a:latin typeface="+mn-lt"/>
        <a:ea typeface="+mn-ea"/>
        <a:cs typeface="+mn-cs"/>
      </a:defRPr>
    </a:lvl6pPr>
    <a:lvl7pPr marL="821690" algn="l" defTabSz="273685" rtl="0" eaLnBrk="1" latinLnBrk="0" hangingPunct="1">
      <a:defRPr sz="360" kern="1200">
        <a:solidFill>
          <a:schemeClr val="tx1"/>
        </a:solidFill>
        <a:latin typeface="+mn-lt"/>
        <a:ea typeface="+mn-ea"/>
        <a:cs typeface="+mn-cs"/>
      </a:defRPr>
    </a:lvl7pPr>
    <a:lvl8pPr marL="958850" algn="l" defTabSz="273685" rtl="0" eaLnBrk="1" latinLnBrk="0" hangingPunct="1">
      <a:defRPr sz="360" kern="1200">
        <a:solidFill>
          <a:schemeClr val="tx1"/>
        </a:solidFill>
        <a:latin typeface="+mn-lt"/>
        <a:ea typeface="+mn-ea"/>
        <a:cs typeface="+mn-cs"/>
      </a:defRPr>
    </a:lvl8pPr>
    <a:lvl9pPr marL="1096010" algn="l" defTabSz="273685" rtl="0" eaLnBrk="1" latinLnBrk="0" hangingPunct="1">
      <a:defRPr sz="36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2017713" y="749300"/>
            <a:ext cx="2809875" cy="3748088"/>
          </a:xfrm>
        </p:spPr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0305" y="2982595"/>
            <a:ext cx="10880990" cy="205803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0148" y="5440680"/>
            <a:ext cx="8961305" cy="2453640"/>
          </a:xfrm>
        </p:spPr>
        <p:txBody>
          <a:bodyPr/>
          <a:lstStyle>
            <a:lvl1pPr marL="0" indent="0" algn="ctr">
              <a:buNone/>
              <a:defRPr/>
            </a:lvl1pPr>
            <a:lvl2pPr marL="133350" indent="0" algn="ctr">
              <a:buNone/>
              <a:defRPr/>
            </a:lvl2pPr>
            <a:lvl3pPr marL="266700" indent="0" algn="ctr">
              <a:buNone/>
              <a:defRPr/>
            </a:lvl3pPr>
            <a:lvl4pPr marL="400050" indent="0" algn="ctr">
              <a:buNone/>
              <a:defRPr/>
            </a:lvl4pPr>
            <a:lvl5pPr marL="533400" indent="0" algn="ctr">
              <a:buNone/>
              <a:defRPr/>
            </a:lvl5pPr>
            <a:lvl6pPr marL="666750" indent="0" algn="ctr">
              <a:buNone/>
              <a:defRPr/>
            </a:lvl6pPr>
            <a:lvl7pPr marL="800100" indent="0" algn="ctr">
              <a:buNone/>
              <a:defRPr/>
            </a:lvl7pPr>
            <a:lvl8pPr marL="933450" indent="0" algn="ctr">
              <a:buNone/>
              <a:defRPr/>
            </a:lvl8pPr>
            <a:lvl9pPr marL="10668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895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895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1552D99-3750-4FB6-896B-C5C1B772C7A5}" type="slidenum">
              <a:rPr kumimoji="0" lang="en-US" altLang="en-US" sz="189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</a:fld>
            <a:endParaRPr kumimoji="0" lang="en-US" altLang="en-US" sz="1895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895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895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1552D99-3750-4FB6-896B-C5C1B772C7A5}" type="slidenum">
              <a:rPr kumimoji="0" lang="en-US" altLang="en-US" sz="189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</a:fld>
            <a:endParaRPr kumimoji="0" lang="en-US" altLang="en-US" sz="1895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1237" y="6169660"/>
            <a:ext cx="10881453" cy="1906905"/>
          </a:xfrm>
        </p:spPr>
        <p:txBody>
          <a:bodyPr anchor="t"/>
          <a:lstStyle>
            <a:lvl1pPr algn="l">
              <a:defRPr sz="1165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1237" y="4069644"/>
            <a:ext cx="10881453" cy="2100016"/>
          </a:xfrm>
        </p:spPr>
        <p:txBody>
          <a:bodyPr anchor="b"/>
          <a:lstStyle>
            <a:lvl1pPr marL="0" indent="0">
              <a:buNone/>
              <a:defRPr sz="585"/>
            </a:lvl1pPr>
            <a:lvl2pPr marL="133350" indent="0">
              <a:buNone/>
              <a:defRPr sz="525"/>
            </a:lvl2pPr>
            <a:lvl3pPr marL="266700" indent="0">
              <a:buNone/>
              <a:defRPr sz="465"/>
            </a:lvl3pPr>
            <a:lvl4pPr marL="400050" indent="0">
              <a:buNone/>
              <a:defRPr sz="410"/>
            </a:lvl4pPr>
            <a:lvl5pPr marL="533400" indent="0">
              <a:buNone/>
              <a:defRPr sz="410"/>
            </a:lvl5pPr>
            <a:lvl6pPr marL="666750" indent="0">
              <a:buNone/>
              <a:defRPr sz="410"/>
            </a:lvl6pPr>
            <a:lvl7pPr marL="800100" indent="0">
              <a:buNone/>
              <a:defRPr sz="410"/>
            </a:lvl7pPr>
            <a:lvl8pPr marL="933450" indent="0">
              <a:buNone/>
              <a:defRPr sz="410"/>
            </a:lvl8pPr>
            <a:lvl9pPr marL="1066800" indent="0">
              <a:buNone/>
              <a:defRPr sz="41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895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895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1552D99-3750-4FB6-896B-C5C1B772C7A5}" type="slidenum">
              <a:rPr kumimoji="0" lang="en-US" altLang="en-US" sz="189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</a:fld>
            <a:endParaRPr kumimoji="0" lang="en-US" altLang="en-US" sz="1895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60305" y="2773680"/>
            <a:ext cx="5418270" cy="5760720"/>
          </a:xfrm>
        </p:spPr>
        <p:txBody>
          <a:bodyPr/>
          <a:lstStyle>
            <a:lvl1pPr>
              <a:defRPr sz="815"/>
            </a:lvl1pPr>
            <a:lvl2pPr>
              <a:defRPr sz="700"/>
            </a:lvl2pPr>
            <a:lvl3pPr>
              <a:defRPr sz="585"/>
            </a:lvl3pPr>
            <a:lvl4pPr>
              <a:defRPr sz="525"/>
            </a:lvl4pPr>
            <a:lvl5pPr>
              <a:defRPr sz="525"/>
            </a:lvl5pPr>
            <a:lvl6pPr>
              <a:defRPr sz="525"/>
            </a:lvl6pPr>
            <a:lvl7pPr>
              <a:defRPr sz="525"/>
            </a:lvl7pPr>
            <a:lvl8pPr>
              <a:defRPr sz="525"/>
            </a:lvl8pPr>
            <a:lvl9pPr>
              <a:defRPr sz="525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23025" y="2773680"/>
            <a:ext cx="5418270" cy="5760720"/>
          </a:xfrm>
        </p:spPr>
        <p:txBody>
          <a:bodyPr/>
          <a:lstStyle>
            <a:lvl1pPr>
              <a:defRPr sz="815"/>
            </a:lvl1pPr>
            <a:lvl2pPr>
              <a:defRPr sz="700"/>
            </a:lvl2pPr>
            <a:lvl3pPr>
              <a:defRPr sz="585"/>
            </a:lvl3pPr>
            <a:lvl4pPr>
              <a:defRPr sz="525"/>
            </a:lvl4pPr>
            <a:lvl5pPr>
              <a:defRPr sz="525"/>
            </a:lvl5pPr>
            <a:lvl6pPr>
              <a:defRPr sz="525"/>
            </a:lvl6pPr>
            <a:lvl7pPr>
              <a:defRPr sz="525"/>
            </a:lvl7pPr>
            <a:lvl8pPr>
              <a:defRPr sz="525"/>
            </a:lvl8pPr>
            <a:lvl9pPr>
              <a:defRPr sz="525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895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895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1552D99-3750-4FB6-896B-C5C1B772C7A5}" type="slidenum">
              <a:rPr kumimoji="0" lang="en-US" altLang="en-US" sz="189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</a:fld>
            <a:endParaRPr kumimoji="0" lang="en-US" altLang="en-US" sz="1895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9895" y="384740"/>
            <a:ext cx="11521810" cy="16002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9895" y="2149404"/>
            <a:ext cx="5656263" cy="895421"/>
          </a:xfrm>
        </p:spPr>
        <p:txBody>
          <a:bodyPr anchor="b"/>
          <a:lstStyle>
            <a:lvl1pPr marL="0" indent="0">
              <a:buNone/>
              <a:defRPr sz="700" b="1"/>
            </a:lvl1pPr>
            <a:lvl2pPr marL="133350" indent="0">
              <a:buNone/>
              <a:defRPr sz="585" b="1"/>
            </a:lvl2pPr>
            <a:lvl3pPr marL="266700" indent="0">
              <a:buNone/>
              <a:defRPr sz="525" b="1"/>
            </a:lvl3pPr>
            <a:lvl4pPr marL="400050" indent="0">
              <a:buNone/>
              <a:defRPr sz="465" b="1"/>
            </a:lvl4pPr>
            <a:lvl5pPr marL="533400" indent="0">
              <a:buNone/>
              <a:defRPr sz="465" b="1"/>
            </a:lvl5pPr>
            <a:lvl6pPr marL="666750" indent="0">
              <a:buNone/>
              <a:defRPr sz="465" b="1"/>
            </a:lvl6pPr>
            <a:lvl7pPr marL="800100" indent="0">
              <a:buNone/>
              <a:defRPr sz="465" b="1"/>
            </a:lvl7pPr>
            <a:lvl8pPr marL="933450" indent="0">
              <a:buNone/>
              <a:defRPr sz="465" b="1"/>
            </a:lvl8pPr>
            <a:lvl9pPr marL="1066800" indent="0">
              <a:buNone/>
              <a:defRPr sz="465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9895" y="3044825"/>
            <a:ext cx="5656263" cy="5532049"/>
          </a:xfrm>
        </p:spPr>
        <p:txBody>
          <a:bodyPr/>
          <a:lstStyle>
            <a:lvl1pPr>
              <a:defRPr sz="700"/>
            </a:lvl1pPr>
            <a:lvl2pPr>
              <a:defRPr sz="585"/>
            </a:lvl2pPr>
            <a:lvl3pPr>
              <a:defRPr sz="525"/>
            </a:lvl3pPr>
            <a:lvl4pPr>
              <a:defRPr sz="465"/>
            </a:lvl4pPr>
            <a:lvl5pPr>
              <a:defRPr sz="465"/>
            </a:lvl5pPr>
            <a:lvl6pPr>
              <a:defRPr sz="465"/>
            </a:lvl6pPr>
            <a:lvl7pPr>
              <a:defRPr sz="465"/>
            </a:lvl7pPr>
            <a:lvl8pPr>
              <a:defRPr sz="465"/>
            </a:lvl8pPr>
            <a:lvl9pPr>
              <a:defRPr sz="465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03128" y="2149404"/>
            <a:ext cx="5658577" cy="895421"/>
          </a:xfrm>
        </p:spPr>
        <p:txBody>
          <a:bodyPr anchor="b"/>
          <a:lstStyle>
            <a:lvl1pPr marL="0" indent="0">
              <a:buNone/>
              <a:defRPr sz="700" b="1"/>
            </a:lvl1pPr>
            <a:lvl2pPr marL="133350" indent="0">
              <a:buNone/>
              <a:defRPr sz="585" b="1"/>
            </a:lvl2pPr>
            <a:lvl3pPr marL="266700" indent="0">
              <a:buNone/>
              <a:defRPr sz="525" b="1"/>
            </a:lvl3pPr>
            <a:lvl4pPr marL="400050" indent="0">
              <a:buNone/>
              <a:defRPr sz="465" b="1"/>
            </a:lvl4pPr>
            <a:lvl5pPr marL="533400" indent="0">
              <a:buNone/>
              <a:defRPr sz="465" b="1"/>
            </a:lvl5pPr>
            <a:lvl6pPr marL="666750" indent="0">
              <a:buNone/>
              <a:defRPr sz="465" b="1"/>
            </a:lvl6pPr>
            <a:lvl7pPr marL="800100" indent="0">
              <a:buNone/>
              <a:defRPr sz="465" b="1"/>
            </a:lvl7pPr>
            <a:lvl8pPr marL="933450" indent="0">
              <a:buNone/>
              <a:defRPr sz="465" b="1"/>
            </a:lvl8pPr>
            <a:lvl9pPr marL="1066800" indent="0">
              <a:buNone/>
              <a:defRPr sz="465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03128" y="3044825"/>
            <a:ext cx="5658577" cy="5532049"/>
          </a:xfrm>
        </p:spPr>
        <p:txBody>
          <a:bodyPr/>
          <a:lstStyle>
            <a:lvl1pPr>
              <a:defRPr sz="700"/>
            </a:lvl1pPr>
            <a:lvl2pPr>
              <a:defRPr sz="585"/>
            </a:lvl2pPr>
            <a:lvl3pPr>
              <a:defRPr sz="525"/>
            </a:lvl3pPr>
            <a:lvl4pPr>
              <a:defRPr sz="465"/>
            </a:lvl4pPr>
            <a:lvl5pPr>
              <a:defRPr sz="465"/>
            </a:lvl5pPr>
            <a:lvl6pPr>
              <a:defRPr sz="465"/>
            </a:lvl6pPr>
            <a:lvl7pPr>
              <a:defRPr sz="465"/>
            </a:lvl7pPr>
            <a:lvl8pPr>
              <a:defRPr sz="465"/>
            </a:lvl8pPr>
            <a:lvl9pPr>
              <a:defRPr sz="465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895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895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1552D99-3750-4FB6-896B-C5C1B772C7A5}" type="slidenum">
              <a:rPr kumimoji="0" lang="en-US" altLang="en-US" sz="189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</a:fld>
            <a:endParaRPr kumimoji="0" lang="en-US" altLang="en-US" sz="1895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895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895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1552D99-3750-4FB6-896B-C5C1B772C7A5}" type="slidenum">
              <a:rPr kumimoji="0" lang="en-US" altLang="en-US" sz="189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</a:fld>
            <a:endParaRPr kumimoji="0" lang="en-US" altLang="en-US" sz="1895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895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895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1552D99-3750-4FB6-896B-C5C1B772C7A5}" type="slidenum">
              <a:rPr kumimoji="0" lang="en-US" altLang="en-US" sz="189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</a:fld>
            <a:endParaRPr kumimoji="0" lang="en-US" altLang="en-US" sz="1895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9895" y="382270"/>
            <a:ext cx="4211638" cy="1626870"/>
          </a:xfrm>
        </p:spPr>
        <p:txBody>
          <a:bodyPr anchor="b"/>
          <a:lstStyle>
            <a:lvl1pPr algn="l">
              <a:defRPr sz="585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05255" y="382270"/>
            <a:ext cx="7156450" cy="8194604"/>
          </a:xfrm>
        </p:spPr>
        <p:txBody>
          <a:bodyPr/>
          <a:lstStyle>
            <a:lvl1pPr>
              <a:defRPr sz="935"/>
            </a:lvl1pPr>
            <a:lvl2pPr>
              <a:defRPr sz="815"/>
            </a:lvl2pPr>
            <a:lvl3pPr>
              <a:defRPr sz="700"/>
            </a:lvl3pPr>
            <a:lvl4pPr>
              <a:defRPr sz="585"/>
            </a:lvl4pPr>
            <a:lvl5pPr>
              <a:defRPr sz="585"/>
            </a:lvl5pPr>
            <a:lvl6pPr>
              <a:defRPr sz="585"/>
            </a:lvl6pPr>
            <a:lvl7pPr>
              <a:defRPr sz="585"/>
            </a:lvl7pPr>
            <a:lvl8pPr>
              <a:defRPr sz="585"/>
            </a:lvl8pPr>
            <a:lvl9pPr>
              <a:defRPr sz="585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9895" y="2009140"/>
            <a:ext cx="4211638" cy="6567734"/>
          </a:xfrm>
        </p:spPr>
        <p:txBody>
          <a:bodyPr/>
          <a:lstStyle>
            <a:lvl1pPr marL="0" indent="0">
              <a:buNone/>
              <a:defRPr sz="410"/>
            </a:lvl1pPr>
            <a:lvl2pPr marL="133350" indent="0">
              <a:buNone/>
              <a:defRPr sz="350"/>
            </a:lvl2pPr>
            <a:lvl3pPr marL="266700" indent="0">
              <a:buNone/>
              <a:defRPr sz="290"/>
            </a:lvl3pPr>
            <a:lvl4pPr marL="400050" indent="0">
              <a:buNone/>
              <a:defRPr sz="265"/>
            </a:lvl4pPr>
            <a:lvl5pPr marL="533400" indent="0">
              <a:buNone/>
              <a:defRPr sz="265"/>
            </a:lvl5pPr>
            <a:lvl6pPr marL="666750" indent="0">
              <a:buNone/>
              <a:defRPr sz="265"/>
            </a:lvl6pPr>
            <a:lvl7pPr marL="800100" indent="0">
              <a:buNone/>
              <a:defRPr sz="265"/>
            </a:lvl7pPr>
            <a:lvl8pPr marL="933450" indent="0">
              <a:buNone/>
              <a:defRPr sz="265"/>
            </a:lvl8pPr>
            <a:lvl9pPr marL="1066800" indent="0">
              <a:buNone/>
              <a:defRPr sz="265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895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895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1552D99-3750-4FB6-896B-C5C1B772C7A5}" type="slidenum">
              <a:rPr kumimoji="0" lang="en-US" altLang="en-US" sz="189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</a:fld>
            <a:endParaRPr kumimoji="0" lang="en-US" altLang="en-US" sz="1895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09110" y="6720840"/>
            <a:ext cx="7681052" cy="793680"/>
          </a:xfrm>
        </p:spPr>
        <p:txBody>
          <a:bodyPr anchor="b"/>
          <a:lstStyle>
            <a:lvl1pPr algn="l">
              <a:defRPr sz="585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09110" y="857885"/>
            <a:ext cx="7681052" cy="5760720"/>
          </a:xfrm>
        </p:spPr>
        <p:txBody>
          <a:bodyPr vert="horz" wrap="square" lIns="426714" tIns="213357" rIns="426714" bIns="213357" numCol="1" anchor="t" anchorCtr="0" compatLnSpc="1"/>
          <a:lstStyle>
            <a:lvl1pPr marL="0" indent="0">
              <a:buNone/>
              <a:defRPr sz="935"/>
            </a:lvl1pPr>
            <a:lvl2pPr marL="133350" indent="0">
              <a:buNone/>
              <a:defRPr sz="815"/>
            </a:lvl2pPr>
            <a:lvl3pPr marL="266700" indent="0">
              <a:buNone/>
              <a:defRPr sz="700"/>
            </a:lvl3pPr>
            <a:lvl4pPr marL="400050" indent="0">
              <a:buNone/>
              <a:defRPr sz="585"/>
            </a:lvl4pPr>
            <a:lvl5pPr marL="533400" indent="0">
              <a:buNone/>
              <a:defRPr sz="585"/>
            </a:lvl5pPr>
            <a:lvl6pPr marL="666750" indent="0">
              <a:buNone/>
              <a:defRPr sz="585"/>
            </a:lvl6pPr>
            <a:lvl7pPr marL="800100" indent="0">
              <a:buNone/>
              <a:defRPr sz="585"/>
            </a:lvl7pPr>
            <a:lvl8pPr marL="933450" indent="0">
              <a:buNone/>
              <a:defRPr sz="585"/>
            </a:lvl8pPr>
            <a:lvl9pPr marL="1066800" indent="0">
              <a:buNone/>
              <a:defRPr sz="585"/>
            </a:lvl9pPr>
          </a:lstStyle>
          <a:p>
            <a:pPr marL="0" marR="0" lvl="0" indent="0" algn="l" defTabSz="12446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935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09110" y="7514520"/>
            <a:ext cx="7681052" cy="1126560"/>
          </a:xfrm>
        </p:spPr>
        <p:txBody>
          <a:bodyPr/>
          <a:lstStyle>
            <a:lvl1pPr marL="0" indent="0">
              <a:buNone/>
              <a:defRPr sz="410"/>
            </a:lvl1pPr>
            <a:lvl2pPr marL="133350" indent="0">
              <a:buNone/>
              <a:defRPr sz="350"/>
            </a:lvl2pPr>
            <a:lvl3pPr marL="266700" indent="0">
              <a:buNone/>
              <a:defRPr sz="290"/>
            </a:lvl3pPr>
            <a:lvl4pPr marL="400050" indent="0">
              <a:buNone/>
              <a:defRPr sz="265"/>
            </a:lvl4pPr>
            <a:lvl5pPr marL="533400" indent="0">
              <a:buNone/>
              <a:defRPr sz="265"/>
            </a:lvl5pPr>
            <a:lvl6pPr marL="666750" indent="0">
              <a:buNone/>
              <a:defRPr sz="265"/>
            </a:lvl6pPr>
            <a:lvl7pPr marL="800100" indent="0">
              <a:buNone/>
              <a:defRPr sz="265"/>
            </a:lvl7pPr>
            <a:lvl8pPr marL="933450" indent="0">
              <a:buNone/>
              <a:defRPr sz="265"/>
            </a:lvl8pPr>
            <a:lvl9pPr marL="1066800" indent="0">
              <a:buNone/>
              <a:defRPr sz="265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895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895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1552D99-3750-4FB6-896B-C5C1B772C7A5}" type="slidenum">
              <a:rPr kumimoji="0" lang="en-US" altLang="en-US" sz="189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</a:fld>
            <a:endParaRPr kumimoji="0" lang="en-US" altLang="en-US" sz="1895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895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895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1552D99-3750-4FB6-896B-C5C1B772C7A5}" type="slidenum">
              <a:rPr kumimoji="0" lang="en-US" altLang="en-US" sz="189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</a:fld>
            <a:endParaRPr kumimoji="0" lang="en-US" altLang="en-US" sz="1895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21048" y="853440"/>
            <a:ext cx="2720247" cy="76809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60305" y="853440"/>
            <a:ext cx="8116292" cy="768096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895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895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1552D99-3750-4FB6-896B-C5C1B772C7A5}" type="slidenum">
              <a:rPr kumimoji="0" lang="en-US" altLang="en-US" sz="189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</a:fld>
            <a:endParaRPr kumimoji="0" lang="en-US" altLang="en-US" sz="1895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60438" y="854075"/>
            <a:ext cx="10880725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26714" tIns="213357" rIns="426714" bIns="213357" numCol="1" anchor="ctr" anchorCtr="0" compatLnSpc="1"/>
          <a:lstStyle/>
          <a:p>
            <a:pPr lvl="0"/>
            <a:r>
              <a:rPr lang="en-US" altLang="en-US"/>
              <a:t>Click to edit Master title style</a:t>
            </a:r>
            <a:endParaRPr lang="en-US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60438" y="2773363"/>
            <a:ext cx="10880725" cy="5761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26714" tIns="213357" rIns="426714" bIns="213357" numCol="1" anchor="t" anchorCtr="0" compatLnSpc="1"/>
          <a:lstStyle/>
          <a:p>
            <a:pPr lvl="0"/>
            <a:r>
              <a:rPr lang="en-US" altLang="en-US"/>
              <a:t>Click to edit Master text styles</a:t>
            </a:r>
            <a:endParaRPr lang="en-US" altLang="en-US"/>
          </a:p>
          <a:p>
            <a:pPr lvl="1"/>
            <a:r>
              <a:rPr lang="en-US" altLang="en-US"/>
              <a:t>Second level</a:t>
            </a:r>
            <a:endParaRPr lang="en-US" altLang="en-US"/>
          </a:p>
          <a:p>
            <a:pPr lvl="2"/>
            <a:r>
              <a:rPr lang="en-US" altLang="en-US"/>
              <a:t>Third level</a:t>
            </a:r>
            <a:endParaRPr lang="en-US" altLang="en-US"/>
          </a:p>
          <a:p>
            <a:pPr lvl="3"/>
            <a:r>
              <a:rPr lang="en-US" altLang="en-US"/>
              <a:t>Fourth level</a:t>
            </a:r>
            <a:endParaRPr lang="en-US" altLang="en-US"/>
          </a:p>
          <a:p>
            <a:pPr lvl="4"/>
            <a:r>
              <a:rPr lang="en-US" altLang="en-US"/>
              <a:t>Fifth level</a:t>
            </a:r>
            <a:endParaRPr lang="en-US" altLang="en-US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60438" y="8747125"/>
            <a:ext cx="2667000" cy="641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426714" tIns="213357" rIns="426714" bIns="213357" numCol="1" anchor="t" anchorCtr="0" compatLnSpc="1"/>
          <a:lstStyle>
            <a:lvl1pPr>
              <a:defRPr sz="1895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895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373563" y="8747125"/>
            <a:ext cx="4054475" cy="641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426714" tIns="213357" rIns="426714" bIns="213357" numCol="1" anchor="t" anchorCtr="0" compatLnSpc="1"/>
          <a:lstStyle>
            <a:lvl1pPr algn="ctr">
              <a:defRPr sz="1895"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895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174163" y="8747125"/>
            <a:ext cx="2667000" cy="641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426714" tIns="213357" rIns="426714" bIns="213357" numCol="1" anchor="t" anchorCtr="0" compatLnSpc="1"/>
          <a:lstStyle>
            <a:lvl1pPr algn="r">
              <a:defRPr sz="1895"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1552D99-3750-4FB6-896B-C5C1B772C7A5}" type="slidenum">
              <a:rPr kumimoji="0" lang="en-US" altLang="en-US" sz="189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</a:fld>
            <a:endParaRPr kumimoji="0" lang="en-US" altLang="en-US" sz="1895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035" name="Rectangle 11"/>
          <p:cNvSpPr>
            <a:spLocks noChangeArrowheads="1"/>
          </p:cNvSpPr>
          <p:nvPr/>
        </p:nvSpPr>
        <p:spPr bwMode="auto">
          <a:xfrm>
            <a:off x="0" y="0"/>
            <a:ext cx="12801600" cy="96012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1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1244600" rtl="0" eaLnBrk="0" fontAlgn="base" hangingPunct="0">
        <a:spcBef>
          <a:spcPct val="0"/>
        </a:spcBef>
        <a:spcAft>
          <a:spcPct val="0"/>
        </a:spcAft>
        <a:defRPr sz="5980">
          <a:solidFill>
            <a:schemeClr val="tx2"/>
          </a:solidFill>
          <a:latin typeface="+mj-lt"/>
          <a:ea typeface="+mj-ea"/>
          <a:cs typeface="+mj-cs"/>
        </a:defRPr>
      </a:lvl1pPr>
      <a:lvl2pPr algn="ctr" defTabSz="1244600" rtl="0" eaLnBrk="0" fontAlgn="base" hangingPunct="0">
        <a:spcBef>
          <a:spcPct val="0"/>
        </a:spcBef>
        <a:spcAft>
          <a:spcPct val="0"/>
        </a:spcAft>
        <a:defRPr sz="5980">
          <a:solidFill>
            <a:schemeClr val="tx2"/>
          </a:solidFill>
          <a:latin typeface="Times New Roman" panose="02020603050405020304" pitchFamily="18" charset="0"/>
        </a:defRPr>
      </a:lvl2pPr>
      <a:lvl3pPr algn="ctr" defTabSz="1244600" rtl="0" eaLnBrk="0" fontAlgn="base" hangingPunct="0">
        <a:spcBef>
          <a:spcPct val="0"/>
        </a:spcBef>
        <a:spcAft>
          <a:spcPct val="0"/>
        </a:spcAft>
        <a:defRPr sz="5980">
          <a:solidFill>
            <a:schemeClr val="tx2"/>
          </a:solidFill>
          <a:latin typeface="Times New Roman" panose="02020603050405020304" pitchFamily="18" charset="0"/>
        </a:defRPr>
      </a:lvl3pPr>
      <a:lvl4pPr algn="ctr" defTabSz="1244600" rtl="0" eaLnBrk="0" fontAlgn="base" hangingPunct="0">
        <a:spcBef>
          <a:spcPct val="0"/>
        </a:spcBef>
        <a:spcAft>
          <a:spcPct val="0"/>
        </a:spcAft>
        <a:defRPr sz="5980">
          <a:solidFill>
            <a:schemeClr val="tx2"/>
          </a:solidFill>
          <a:latin typeface="Times New Roman" panose="02020603050405020304" pitchFamily="18" charset="0"/>
        </a:defRPr>
      </a:lvl4pPr>
      <a:lvl5pPr algn="ctr" defTabSz="1244600" rtl="0" eaLnBrk="0" fontAlgn="base" hangingPunct="0">
        <a:spcBef>
          <a:spcPct val="0"/>
        </a:spcBef>
        <a:spcAft>
          <a:spcPct val="0"/>
        </a:spcAft>
        <a:defRPr sz="5980">
          <a:solidFill>
            <a:schemeClr val="tx2"/>
          </a:solidFill>
          <a:latin typeface="Times New Roman" panose="02020603050405020304" pitchFamily="18" charset="0"/>
        </a:defRPr>
      </a:lvl5pPr>
      <a:lvl6pPr marL="133350" algn="ctr" defTabSz="1244600" rtl="0" eaLnBrk="0" fontAlgn="base" hangingPunct="0">
        <a:spcBef>
          <a:spcPct val="0"/>
        </a:spcBef>
        <a:spcAft>
          <a:spcPct val="0"/>
        </a:spcAft>
        <a:defRPr sz="5980">
          <a:solidFill>
            <a:schemeClr val="tx2"/>
          </a:solidFill>
          <a:latin typeface="Times New Roman" panose="02020603050405020304" pitchFamily="18" charset="0"/>
        </a:defRPr>
      </a:lvl6pPr>
      <a:lvl7pPr marL="266700" algn="ctr" defTabSz="1244600" rtl="0" eaLnBrk="0" fontAlgn="base" hangingPunct="0">
        <a:spcBef>
          <a:spcPct val="0"/>
        </a:spcBef>
        <a:spcAft>
          <a:spcPct val="0"/>
        </a:spcAft>
        <a:defRPr sz="5980">
          <a:solidFill>
            <a:schemeClr val="tx2"/>
          </a:solidFill>
          <a:latin typeface="Times New Roman" panose="02020603050405020304" pitchFamily="18" charset="0"/>
        </a:defRPr>
      </a:lvl7pPr>
      <a:lvl8pPr marL="400050" algn="ctr" defTabSz="1244600" rtl="0" eaLnBrk="0" fontAlgn="base" hangingPunct="0">
        <a:spcBef>
          <a:spcPct val="0"/>
        </a:spcBef>
        <a:spcAft>
          <a:spcPct val="0"/>
        </a:spcAft>
        <a:defRPr sz="5980">
          <a:solidFill>
            <a:schemeClr val="tx2"/>
          </a:solidFill>
          <a:latin typeface="Times New Roman" panose="02020603050405020304" pitchFamily="18" charset="0"/>
        </a:defRPr>
      </a:lvl8pPr>
      <a:lvl9pPr marL="533400" algn="ctr" defTabSz="1244600" rtl="0" eaLnBrk="0" fontAlgn="base" hangingPunct="0">
        <a:spcBef>
          <a:spcPct val="0"/>
        </a:spcBef>
        <a:spcAft>
          <a:spcPct val="0"/>
        </a:spcAft>
        <a:defRPr sz="5980">
          <a:solidFill>
            <a:schemeClr val="tx2"/>
          </a:solidFill>
          <a:latin typeface="Times New Roman" panose="02020603050405020304" pitchFamily="18" charset="0"/>
        </a:defRPr>
      </a:lvl9pPr>
    </p:titleStyle>
    <p:bodyStyle>
      <a:lvl1pPr marL="466725" indent="-466725" algn="l" defTabSz="1244600" rtl="0" eaLnBrk="0" fontAlgn="base" hangingPunct="0">
        <a:spcBef>
          <a:spcPct val="20000"/>
        </a:spcBef>
        <a:spcAft>
          <a:spcPct val="0"/>
        </a:spcAft>
        <a:buChar char="•"/>
        <a:defRPr sz="4345">
          <a:solidFill>
            <a:schemeClr val="tx1"/>
          </a:solidFill>
          <a:latin typeface="+mn-lt"/>
          <a:ea typeface="+mn-ea"/>
          <a:cs typeface="+mn-cs"/>
        </a:defRPr>
      </a:lvl1pPr>
      <a:lvl2pPr marL="1011555" indent="-389255" algn="l" defTabSz="1244600" rtl="0" eaLnBrk="0" fontAlgn="base" hangingPunct="0">
        <a:spcBef>
          <a:spcPct val="20000"/>
        </a:spcBef>
        <a:spcAft>
          <a:spcPct val="0"/>
        </a:spcAft>
        <a:buChar char="–"/>
        <a:defRPr sz="3820">
          <a:solidFill>
            <a:schemeClr val="tx1"/>
          </a:solidFill>
          <a:latin typeface="+mn-lt"/>
        </a:defRPr>
      </a:lvl2pPr>
      <a:lvl3pPr marL="1555750" indent="-311150" algn="l" defTabSz="1244600" rtl="0" eaLnBrk="0" fontAlgn="base" hangingPunct="0">
        <a:spcBef>
          <a:spcPct val="20000"/>
        </a:spcBef>
        <a:spcAft>
          <a:spcPct val="0"/>
        </a:spcAft>
        <a:buChar char="•"/>
        <a:defRPr sz="3265">
          <a:solidFill>
            <a:schemeClr val="tx1"/>
          </a:solidFill>
          <a:latin typeface="+mn-lt"/>
        </a:defRPr>
      </a:lvl3pPr>
      <a:lvl4pPr marL="2178050" indent="-311150" algn="l" defTabSz="1244600" rtl="0" eaLnBrk="0" fontAlgn="base" hangingPunct="0">
        <a:spcBef>
          <a:spcPct val="20000"/>
        </a:spcBef>
        <a:spcAft>
          <a:spcPct val="0"/>
        </a:spcAft>
        <a:buChar char="–"/>
        <a:defRPr sz="2715">
          <a:solidFill>
            <a:schemeClr val="tx1"/>
          </a:solidFill>
          <a:latin typeface="+mn-lt"/>
        </a:defRPr>
      </a:lvl4pPr>
      <a:lvl5pPr marL="2800985" indent="-311150" algn="l" defTabSz="1244600" rtl="0" eaLnBrk="0" fontAlgn="base" hangingPunct="0">
        <a:spcBef>
          <a:spcPct val="20000"/>
        </a:spcBef>
        <a:spcAft>
          <a:spcPct val="0"/>
        </a:spcAft>
        <a:buChar char="»"/>
        <a:defRPr sz="2715">
          <a:solidFill>
            <a:schemeClr val="tx1"/>
          </a:solidFill>
          <a:latin typeface="+mn-lt"/>
        </a:defRPr>
      </a:lvl5pPr>
      <a:lvl6pPr marL="2934335" indent="-311150" algn="l" defTabSz="1244600" rtl="0" eaLnBrk="0" fontAlgn="base" hangingPunct="0">
        <a:spcBef>
          <a:spcPct val="20000"/>
        </a:spcBef>
        <a:spcAft>
          <a:spcPct val="0"/>
        </a:spcAft>
        <a:buChar char="»"/>
        <a:defRPr sz="2715">
          <a:solidFill>
            <a:schemeClr val="tx1"/>
          </a:solidFill>
          <a:latin typeface="+mn-lt"/>
        </a:defRPr>
      </a:lvl6pPr>
      <a:lvl7pPr marL="3067685" indent="-311150" algn="l" defTabSz="1244600" rtl="0" eaLnBrk="0" fontAlgn="base" hangingPunct="0">
        <a:spcBef>
          <a:spcPct val="20000"/>
        </a:spcBef>
        <a:spcAft>
          <a:spcPct val="0"/>
        </a:spcAft>
        <a:buChar char="»"/>
        <a:defRPr sz="2715">
          <a:solidFill>
            <a:schemeClr val="tx1"/>
          </a:solidFill>
          <a:latin typeface="+mn-lt"/>
        </a:defRPr>
      </a:lvl7pPr>
      <a:lvl8pPr marL="3201035" indent="-311150" algn="l" defTabSz="1244600" rtl="0" eaLnBrk="0" fontAlgn="base" hangingPunct="0">
        <a:spcBef>
          <a:spcPct val="20000"/>
        </a:spcBef>
        <a:spcAft>
          <a:spcPct val="0"/>
        </a:spcAft>
        <a:buChar char="»"/>
        <a:defRPr sz="2715">
          <a:solidFill>
            <a:schemeClr val="tx1"/>
          </a:solidFill>
          <a:latin typeface="+mn-lt"/>
        </a:defRPr>
      </a:lvl8pPr>
      <a:lvl9pPr marL="3334385" indent="-311150" algn="l" defTabSz="1244600" rtl="0" eaLnBrk="0" fontAlgn="base" hangingPunct="0">
        <a:spcBef>
          <a:spcPct val="20000"/>
        </a:spcBef>
        <a:spcAft>
          <a:spcPct val="0"/>
        </a:spcAft>
        <a:buChar char="»"/>
        <a:defRPr sz="2715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266700" rtl="0" eaLnBrk="1" latinLnBrk="0" hangingPunct="1">
        <a:defRPr sz="525" kern="1200">
          <a:solidFill>
            <a:schemeClr val="tx1"/>
          </a:solidFill>
          <a:latin typeface="+mn-lt"/>
          <a:ea typeface="+mn-ea"/>
          <a:cs typeface="+mn-cs"/>
        </a:defRPr>
      </a:lvl1pPr>
      <a:lvl2pPr marL="133350" algn="l" defTabSz="266700" rtl="0" eaLnBrk="1" latinLnBrk="0" hangingPunct="1">
        <a:defRPr sz="525" kern="1200">
          <a:solidFill>
            <a:schemeClr val="tx1"/>
          </a:solidFill>
          <a:latin typeface="+mn-lt"/>
          <a:ea typeface="+mn-ea"/>
          <a:cs typeface="+mn-cs"/>
        </a:defRPr>
      </a:lvl2pPr>
      <a:lvl3pPr marL="266700" algn="l" defTabSz="266700" rtl="0" eaLnBrk="1" latinLnBrk="0" hangingPunct="1">
        <a:defRPr sz="525" kern="1200">
          <a:solidFill>
            <a:schemeClr val="tx1"/>
          </a:solidFill>
          <a:latin typeface="+mn-lt"/>
          <a:ea typeface="+mn-ea"/>
          <a:cs typeface="+mn-cs"/>
        </a:defRPr>
      </a:lvl3pPr>
      <a:lvl4pPr marL="400050" algn="l" defTabSz="266700" rtl="0" eaLnBrk="1" latinLnBrk="0" hangingPunct="1">
        <a:defRPr sz="525" kern="1200">
          <a:solidFill>
            <a:schemeClr val="tx1"/>
          </a:solidFill>
          <a:latin typeface="+mn-lt"/>
          <a:ea typeface="+mn-ea"/>
          <a:cs typeface="+mn-cs"/>
        </a:defRPr>
      </a:lvl4pPr>
      <a:lvl5pPr marL="533400" algn="l" defTabSz="266700" rtl="0" eaLnBrk="1" latinLnBrk="0" hangingPunct="1">
        <a:defRPr sz="525" kern="1200">
          <a:solidFill>
            <a:schemeClr val="tx1"/>
          </a:solidFill>
          <a:latin typeface="+mn-lt"/>
          <a:ea typeface="+mn-ea"/>
          <a:cs typeface="+mn-cs"/>
        </a:defRPr>
      </a:lvl5pPr>
      <a:lvl6pPr marL="666750" algn="l" defTabSz="266700" rtl="0" eaLnBrk="1" latinLnBrk="0" hangingPunct="1">
        <a:defRPr sz="525" kern="1200">
          <a:solidFill>
            <a:schemeClr val="tx1"/>
          </a:solidFill>
          <a:latin typeface="+mn-lt"/>
          <a:ea typeface="+mn-ea"/>
          <a:cs typeface="+mn-cs"/>
        </a:defRPr>
      </a:lvl6pPr>
      <a:lvl7pPr marL="800100" algn="l" defTabSz="266700" rtl="0" eaLnBrk="1" latinLnBrk="0" hangingPunct="1">
        <a:defRPr sz="525" kern="1200">
          <a:solidFill>
            <a:schemeClr val="tx1"/>
          </a:solidFill>
          <a:latin typeface="+mn-lt"/>
          <a:ea typeface="+mn-ea"/>
          <a:cs typeface="+mn-cs"/>
        </a:defRPr>
      </a:lvl7pPr>
      <a:lvl8pPr marL="933450" algn="l" defTabSz="266700" rtl="0" eaLnBrk="1" latinLnBrk="0" hangingPunct="1">
        <a:defRPr sz="525" kern="1200">
          <a:solidFill>
            <a:schemeClr val="tx1"/>
          </a:solidFill>
          <a:latin typeface="+mn-lt"/>
          <a:ea typeface="+mn-ea"/>
          <a:cs typeface="+mn-cs"/>
        </a:defRPr>
      </a:lvl8pPr>
      <a:lvl9pPr marL="1066800" algn="l" defTabSz="266700" rtl="0" eaLnBrk="1" latinLnBrk="0" hangingPunct="1">
        <a:defRPr sz="52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33669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20136"/>
            <a:ext cx="10148775" cy="14320112"/>
          </a:xfrm>
          <a:prstGeom prst="rect">
            <a:avLst/>
          </a:prstGeom>
        </p:spPr>
      </p:pic>
      <p:sp>
        <p:nvSpPr>
          <p:cNvPr id="4" name="Rectangle 34"/>
          <p:cNvSpPr>
            <a:spLocks noChangeArrowheads="1"/>
          </p:cNvSpPr>
          <p:nvPr/>
        </p:nvSpPr>
        <p:spPr bwMode="auto">
          <a:xfrm>
            <a:off x="3345180" y="9331325"/>
            <a:ext cx="3620770" cy="241490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5000" tIns="105000" rIns="105000" bIns="105000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GB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Application</a:t>
            </a:r>
            <a:endParaRPr kumimoji="0" lang="en-GB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en-US" sz="1400" b="1" i="1" dirty="0">
                <a:solidFill>
                  <a:schemeClr val="tx2"/>
                </a:solidFill>
                <a:latin typeface="Bell MT" panose="02020503060305020303" charset="0"/>
                <a:cs typeface="Bell MT" panose="02020503060305020303" charset="0"/>
                <a:sym typeface="+mn-ea"/>
              </a:rPr>
              <a:t>Securing backpacks and travel luggage.</a:t>
            </a:r>
            <a:endParaRPr lang="en-US" altLang="en-US" sz="1400" b="1" i="1" dirty="0">
              <a:solidFill>
                <a:schemeClr val="tx2"/>
              </a:solidFill>
              <a:latin typeface="Bell MT" panose="02020503060305020303" charset="0"/>
              <a:cs typeface="Bell MT" panose="02020503060305020303" charset="0"/>
              <a:sym typeface="+mn-ea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en-US" sz="1400" b="1" i="1" dirty="0">
                <a:solidFill>
                  <a:schemeClr val="tx2"/>
                </a:solidFill>
                <a:latin typeface="Bell MT" panose="02020503060305020303" charset="0"/>
                <a:cs typeface="Bell MT" panose="02020503060305020303" charset="0"/>
                <a:sym typeface="+mn-ea"/>
              </a:rPr>
              <a:t>Protecting portable electronics or equipment cases.</a:t>
            </a:r>
            <a:endParaRPr lang="en-US" altLang="en-US" sz="1400" b="1" i="1" dirty="0">
              <a:solidFill>
                <a:schemeClr val="tx2"/>
              </a:solidFill>
              <a:latin typeface="Bell MT" panose="02020503060305020303" charset="0"/>
              <a:cs typeface="Bell MT" panose="02020503060305020303" charset="0"/>
              <a:sym typeface="+mn-ea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en-US" sz="1400" b="1" i="1" dirty="0">
                <a:solidFill>
                  <a:schemeClr val="tx2"/>
                </a:solidFill>
                <a:latin typeface="Bell MT" panose="02020503060305020303" charset="0"/>
                <a:cs typeface="Bell MT" panose="02020503060305020303" charset="0"/>
                <a:sym typeface="+mn-ea"/>
              </a:rPr>
              <a:t>Real-time motion alerting for stationary assets.</a:t>
            </a:r>
            <a:endParaRPr lang="en-US" sz="1100" b="1" i="1" dirty="0">
              <a:solidFill>
                <a:schemeClr val="tx2"/>
              </a:solidFill>
              <a:latin typeface="Bell MT" panose="02020503060305020303" charset="0"/>
              <a:cs typeface="Bell MT" panose="02020503060305020303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GB" altLang="en-US" sz="1400" b="1" i="0" u="none" strike="noStrike" kern="1200" cap="none" spc="0" normalizeH="0" baseline="0" noProof="0" dirty="0">
              <a:ln>
                <a:noFill/>
              </a:ln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GB" altLang="en-US" sz="1400" b="1" i="0" u="none" strike="noStrike" kern="1200" cap="none" spc="0" normalizeH="0" baseline="0" noProof="0" dirty="0">
              <a:ln>
                <a:noFill/>
              </a:ln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8" name="Rectangle 33"/>
          <p:cNvSpPr>
            <a:spLocks noChangeArrowheads="1"/>
          </p:cNvSpPr>
          <p:nvPr/>
        </p:nvSpPr>
        <p:spPr bwMode="auto">
          <a:xfrm>
            <a:off x="56515" y="9351010"/>
            <a:ext cx="3170555" cy="239522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5000" tIns="105000" rIns="105000" bIns="105000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GB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Rating</a:t>
            </a:r>
            <a:endParaRPr kumimoji="0" lang="en-US" altLang="en-GB" sz="2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en-US" sz="2000" b="1" i="1" dirty="0">
                <a:solidFill>
                  <a:schemeClr val="tx2"/>
                </a:solidFill>
                <a:latin typeface="Bell MT" panose="02020503060305020303" charset="0"/>
                <a:cs typeface="Bell MT" panose="02020503060305020303" charset="0"/>
              </a:rPr>
              <a:t>Efficiency: High.</a:t>
            </a:r>
            <a:endParaRPr lang="en-US" altLang="en-US" sz="2000" b="1" i="1" dirty="0">
              <a:solidFill>
                <a:schemeClr val="tx2"/>
              </a:solidFill>
              <a:latin typeface="Bell MT" panose="02020503060305020303" charset="0"/>
              <a:cs typeface="Bell MT" panose="02020503060305020303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en-US" sz="2000" b="1" i="1" dirty="0">
                <a:solidFill>
                  <a:schemeClr val="tx2"/>
                </a:solidFill>
                <a:latin typeface="Bell MT" panose="02020503060305020303" charset="0"/>
                <a:cs typeface="Bell MT" panose="02020503060305020303" charset="0"/>
              </a:rPr>
              <a:t>Portability: Excellent.</a:t>
            </a:r>
            <a:endParaRPr lang="en-US" altLang="en-US" sz="2000" b="1" i="1" dirty="0">
              <a:solidFill>
                <a:schemeClr val="tx2"/>
              </a:solidFill>
              <a:latin typeface="Bell MT" panose="02020503060305020303" charset="0"/>
              <a:cs typeface="Bell MT" panose="02020503060305020303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en-US" sz="2000" b="1" i="1" dirty="0">
                <a:solidFill>
                  <a:schemeClr val="tx2"/>
                </a:solidFill>
                <a:latin typeface="Bell MT" panose="02020503060305020303" charset="0"/>
                <a:cs typeface="Bell MT" panose="02020503060305020303" charset="0"/>
              </a:rPr>
              <a:t>Cost: Budget-friendly.</a:t>
            </a:r>
            <a:endParaRPr lang="en-US" altLang="en-US" sz="2000" b="1" i="1" dirty="0">
              <a:solidFill>
                <a:schemeClr val="tx2"/>
              </a:solidFill>
              <a:latin typeface="Bell MT" panose="02020503060305020303" charset="0"/>
              <a:cs typeface="Bell MT" panose="02020503060305020303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2000" b="1" i="1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Bell MT" panose="02020503060305020303" charset="0"/>
              <a:ea typeface="Arial Unicode MS" panose="020B0604020202020204" charset="-122"/>
              <a:cs typeface="Bell MT" panose="02020503060305020303" charset="0"/>
              <a:sym typeface="+mn-ea"/>
            </a:endParaRPr>
          </a:p>
        </p:txBody>
      </p:sp>
      <p:sp>
        <p:nvSpPr>
          <p:cNvPr id="11" name="Rectangle 29"/>
          <p:cNvSpPr>
            <a:spLocks noChangeArrowheads="1"/>
          </p:cNvSpPr>
          <p:nvPr/>
        </p:nvSpPr>
        <p:spPr bwMode="auto">
          <a:xfrm>
            <a:off x="97449" y="3428599"/>
            <a:ext cx="3134233" cy="2518449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5000" tIns="105000" rIns="105000" bIns="105000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en-GB" sz="1800" b="1" noProof="0" dirty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Arial" panose="020B0604020202020204" pitchFamily="34" charset="0"/>
                <a:sym typeface="+mn-ea"/>
              </a:rPr>
              <a:t>Introduction </a:t>
            </a:r>
            <a:endParaRPr lang="en-US" altLang="en-GB" sz="1800" b="1" noProof="0" dirty="0">
              <a:ln>
                <a:noFill/>
              </a:ln>
              <a:solidFill>
                <a:srgbClr val="CC3300"/>
              </a:solidFill>
              <a:effectLst/>
              <a:uLnTx/>
              <a:uFillTx/>
              <a:latin typeface="Arial" panose="020B0604020202020204" pitchFamily="34" charset="0"/>
              <a:sym typeface="+mn-ea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defRPr/>
            </a:pPr>
            <a:r>
              <a:rPr kumimoji="0" lang="en-US" altLang="en-US" sz="1550" b="1" i="1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Bell MT" panose="02020503060305020303" charset="0"/>
                <a:ea typeface="Arial Unicode MS" panose="020B0604020202020204" charset="-122"/>
                <a:cs typeface="Bell MT" panose="02020503060305020303" charset="0"/>
              </a:rPr>
              <a:t>This project is a portable anti-theft module designed to protect personal items, such as backpacks, from unauthorized movement. It provides a simple, low-cost smart security solution for everyday belongings to improve personal safety.</a:t>
            </a:r>
            <a:endParaRPr kumimoji="0" lang="en-US" altLang="en-US" sz="1550" b="1" i="1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Bell MT" panose="02020503060305020303" charset="0"/>
              <a:ea typeface="Arial Unicode MS" panose="020B0604020202020204" charset="-122"/>
              <a:cs typeface="Bell MT" panose="02020503060305020303" charset="0"/>
            </a:endParaRPr>
          </a:p>
        </p:txBody>
      </p:sp>
      <p:sp>
        <p:nvSpPr>
          <p:cNvPr id="12" name="Rectangle 31"/>
          <p:cNvSpPr>
            <a:spLocks noChangeArrowheads="1"/>
          </p:cNvSpPr>
          <p:nvPr/>
        </p:nvSpPr>
        <p:spPr bwMode="auto">
          <a:xfrm>
            <a:off x="7095490" y="3427095"/>
            <a:ext cx="3789680" cy="569722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5000" tIns="105000" rIns="105000" bIns="105000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GB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Working Principle</a:t>
            </a:r>
            <a:endParaRPr kumimoji="0" lang="en-US" altLang="en-GB" sz="1800" b="1" i="0" u="none" strike="noStrike" kern="1200" cap="none" spc="0" normalizeH="0" baseline="0" noProof="0" dirty="0">
              <a:ln>
                <a:noFill/>
              </a:ln>
              <a:solidFill>
                <a:srgbClr val="CC33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en-US" sz="1800" b="1" i="1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Bell MT" panose="02020503060305020303" charset="0"/>
                <a:ea typeface="+mn-ea"/>
                <a:cs typeface="Bell MT" panose="02020503060305020303" charset="0"/>
              </a:rPr>
              <a:t>The MPU6050 sensor continuously monitors the object's motion and displacement.</a:t>
            </a:r>
            <a:endParaRPr kumimoji="0" lang="en-US" altLang="en-US" sz="1800" b="1" i="1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Bell MT" panose="02020503060305020303" charset="0"/>
              <a:ea typeface="+mn-ea"/>
              <a:cs typeface="Bell MT" panose="02020503060305020303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en-US" sz="1800" b="1" i="1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Bell MT" panose="02020503060305020303" charset="0"/>
                <a:ea typeface="+mn-ea"/>
                <a:cs typeface="Bell MT" panose="02020503060305020303" charset="0"/>
              </a:rPr>
              <a:t>Data is sent to the ESP32 microcontroller for real-time processing.</a:t>
            </a:r>
            <a:endParaRPr kumimoji="0" lang="en-US" altLang="en-US" sz="1800" b="1" i="1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Bell MT" panose="02020503060305020303" charset="0"/>
              <a:ea typeface="+mn-ea"/>
              <a:cs typeface="Bell MT" panose="02020503060305020303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en-US" sz="1800" b="1" i="1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Bell MT" panose="02020503060305020303" charset="0"/>
                <a:ea typeface="+mn-ea"/>
                <a:cs typeface="Bell MT" panose="02020503060305020303" charset="0"/>
              </a:rPr>
              <a:t>When abnormal movement is detected, the ESP32 triggers an active buzzer to produce an audible alarm.                                                     </a:t>
            </a:r>
            <a:endParaRPr kumimoji="0" lang="en-US" altLang="en-US" sz="1800" b="1" i="1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Bell MT" panose="02020503060305020303" charset="0"/>
              <a:ea typeface="+mn-ea"/>
              <a:cs typeface="Bell MT" panose="02020503060305020303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en-US" sz="1800" b="1" i="1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Bell MT" panose="02020503060305020303" charset="0"/>
                <a:ea typeface="+mn-ea"/>
                <a:cs typeface="Bell MT" panose="02020503060305020303" charset="0"/>
              </a:rPr>
              <a:t>The in app buzzer and the hardware buzzer gets triggered when the object goes out of Bluetooth range and the esp32 chip detects motion.</a:t>
            </a:r>
            <a:endParaRPr kumimoji="0" lang="en-US" altLang="en-US" sz="18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Bell MT" panose="02020503060305020303" charset="0"/>
              <a:ea typeface="+mn-ea"/>
              <a:cs typeface="Bell MT" panose="02020503060305020303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          </a:t>
            </a:r>
            <a:endParaRPr kumimoji="0" lang="en-US" altLang="en-US" sz="18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8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8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8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8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     </a:t>
            </a:r>
            <a:endParaRPr kumimoji="0" lang="en-US" altLang="en-US" sz="18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8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8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8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8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                  </a:t>
            </a:r>
            <a:endParaRPr kumimoji="0" lang="en-US" altLang="en-US" sz="18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8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8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8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8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8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8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8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8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8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8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8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3" name="Rectangle 30"/>
          <p:cNvSpPr>
            <a:spLocks noChangeArrowheads="1"/>
          </p:cNvSpPr>
          <p:nvPr/>
        </p:nvSpPr>
        <p:spPr bwMode="auto">
          <a:xfrm>
            <a:off x="3322955" y="3427095"/>
            <a:ext cx="3655060" cy="5791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5000" tIns="105000" rIns="105000" bIns="105000"/>
          <a:lstStyle>
            <a:lvl1pPr marL="381000" indent="-381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381000" marR="0" lvl="0" indent="-38100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GB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Circuit Diagram</a:t>
            </a:r>
            <a:endParaRPr kumimoji="0" lang="en-GB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81000" marR="0" lvl="0" indent="-38100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                                                 </a:t>
            </a:r>
            <a:endParaRPr kumimoji="0" lang="en-US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CC33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81000" marR="0" lvl="0" indent="-38100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Pct val="60000"/>
              <a:buFont typeface="Monotype Sorts" charset="2"/>
              <a:buNone/>
              <a:defRPr/>
            </a:pPr>
            <a:endParaRPr kumimoji="0" lang="en-US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CC33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81000" marR="0" lvl="0" indent="-38100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Pct val="60000"/>
              <a:buFont typeface="Monotype Sorts" charset="2"/>
              <a:buNone/>
              <a:defRPr/>
            </a:pPr>
            <a:endParaRPr kumimoji="0" lang="en-US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CC33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81000" marR="0" lvl="0" indent="-38100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Pct val="60000"/>
              <a:buFont typeface="Monotype Sorts" charset="2"/>
              <a:buNone/>
              <a:defRPr/>
            </a:pPr>
            <a:endParaRPr kumimoji="0" lang="en-US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CC33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81000" marR="0" lvl="0" indent="-38100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Pct val="60000"/>
              <a:buFont typeface="Monotype Sorts" charset="2"/>
              <a:buNone/>
              <a:defRPr/>
            </a:pPr>
            <a:endParaRPr kumimoji="0" lang="en-US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81000" marR="0" lvl="0" indent="-38100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Pct val="60000"/>
              <a:buFont typeface="Monotype Sorts" charset="2"/>
              <a:buNone/>
              <a:defRPr/>
            </a:pPr>
            <a:endParaRPr kumimoji="0" lang="en-US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81000" marR="0" lvl="0" indent="-38100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Pct val="60000"/>
              <a:buFont typeface="Monotype Sorts" charset="2"/>
              <a:buNone/>
              <a:defRPr/>
            </a:pPr>
            <a:endParaRPr kumimoji="0" lang="en-US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CC33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81000" marR="0" lvl="0" indent="-38100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Pct val="60000"/>
              <a:buFont typeface="Monotype Sorts" charset="2"/>
              <a:buNone/>
              <a:defRPr/>
            </a:pP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                                                             </a:t>
            </a:r>
            <a:endParaRPr kumimoji="0" lang="en-US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81000" marR="0" lvl="0" indent="-38100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Pct val="60000"/>
              <a:buFont typeface="Monotype Sorts" charset="2"/>
              <a:buNone/>
              <a:defRPr/>
            </a:pPr>
            <a:endParaRPr kumimoji="0" lang="en-US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81000" marR="0" lvl="0" indent="-38100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Pct val="60000"/>
              <a:buFont typeface="Monotype Sorts" charset="2"/>
              <a:buNone/>
              <a:defRPr/>
            </a:pPr>
            <a:endParaRPr kumimoji="0" lang="en-US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81000" marR="0" lvl="0" indent="-38100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Pct val="60000"/>
              <a:buFont typeface="Monotype Sorts" charset="2"/>
              <a:buNone/>
              <a:defRPr/>
            </a:pPr>
            <a:endParaRPr kumimoji="0" lang="en-US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81000" marR="0" lvl="0" indent="-38100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Pct val="60000"/>
              <a:buFont typeface="Monotype Sorts" charset="2"/>
              <a:buNone/>
              <a:defRPr/>
            </a:pPr>
            <a:endParaRPr kumimoji="0" lang="en-US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81000" marR="0" lvl="0" indent="-38100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Pct val="60000"/>
              <a:buFont typeface="Monotype Sorts" charset="2"/>
              <a:buNone/>
              <a:defRPr/>
            </a:pPr>
            <a:endParaRPr kumimoji="0" lang="en-US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4" name="Text Box 2"/>
          <p:cNvSpPr txBox="1">
            <a:spLocks noChangeArrowheads="1"/>
          </p:cNvSpPr>
          <p:nvPr/>
        </p:nvSpPr>
        <p:spPr bwMode="auto">
          <a:xfrm>
            <a:off x="45233" y="1247078"/>
            <a:ext cx="10907616" cy="86868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lIns="157500" tIns="157500" rIns="157500" bIns="15750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Bernard MT Condensed" panose="02050806060905020404" charset="0"/>
                <a:ea typeface="+mn-ea"/>
                <a:cs typeface="Bernard MT Condensed" panose="02050806060905020404" charset="0"/>
              </a:rPr>
              <a:t>Portable Smart Anti-Theft Protection Module</a:t>
            </a:r>
            <a:endParaRPr kumimoji="0" lang="en-US" altLang="en-US" sz="3600" b="1" i="0" u="none" strike="noStrike" kern="1200" cap="none" spc="0" normalizeH="0" baseline="0" noProof="0" dirty="0">
              <a:ln>
                <a:noFill/>
              </a:ln>
              <a:solidFill>
                <a:srgbClr val="CC3300"/>
              </a:solidFill>
              <a:effectLst/>
              <a:uLnTx/>
              <a:uFillTx/>
              <a:latin typeface="Bernard MT Condensed" panose="02050806060905020404" charset="0"/>
              <a:ea typeface="+mn-ea"/>
              <a:cs typeface="Bernard MT Condensed" panose="02050806060905020404" charset="0"/>
            </a:endParaRPr>
          </a:p>
        </p:txBody>
      </p:sp>
      <p:sp>
        <p:nvSpPr>
          <p:cNvPr id="15" name="Text Box 4"/>
          <p:cNvSpPr txBox="1"/>
          <p:nvPr/>
        </p:nvSpPr>
        <p:spPr>
          <a:xfrm>
            <a:off x="-581025" y="2015678"/>
            <a:ext cx="12134850" cy="1033145"/>
          </a:xfrm>
          <a:prstGeom prst="rect">
            <a:avLst/>
          </a:prstGeom>
          <a:noFill/>
          <a:ln w="9525">
            <a:noFill/>
          </a:ln>
        </p:spPr>
        <p:txBody>
          <a:bodyPr lIns="105000" tIns="105000" rIns="105000" bIns="105000"/>
          <a:lstStyle/>
          <a:p>
            <a:pPr algn="ctr">
              <a:spcBef>
                <a:spcPct val="20000"/>
              </a:spcBef>
            </a:pPr>
            <a:r>
              <a:rPr lang="en-US" altLang="en-GB" sz="2000" b="1" i="1" dirty="0">
                <a:solidFill>
                  <a:schemeClr val="bg1"/>
                </a:solidFill>
                <a:latin typeface="Arial" panose="020B0604020202020204" pitchFamily="34" charset="0"/>
              </a:rPr>
              <a:t>Project ID: S-5  </a:t>
            </a:r>
            <a:endParaRPr lang="en-US" altLang="en-GB" sz="2000" b="1" i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6" name="Rectangle 29"/>
          <p:cNvSpPr>
            <a:spLocks noChangeArrowheads="1"/>
          </p:cNvSpPr>
          <p:nvPr/>
        </p:nvSpPr>
        <p:spPr bwMode="auto">
          <a:xfrm>
            <a:off x="66675" y="6090920"/>
            <a:ext cx="3165475" cy="311975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5000" tIns="105000" rIns="105000" bIns="105000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sz="1800" b="1" dirty="0">
                <a:solidFill>
                  <a:srgbClr val="FF0000"/>
                </a:solidFill>
                <a:latin typeface="Arial" panose="020B0604020202020204" pitchFamily="34" charset="0"/>
                <a:ea typeface="Arial Unicode MS" panose="020B0604020202020204" charset="-122"/>
                <a:cs typeface="Arial" panose="020B0604020202020204" pitchFamily="34" charset="0"/>
                <a:sym typeface="+mn-ea"/>
              </a:rPr>
              <a:t>Components used</a:t>
            </a:r>
            <a:endParaRPr lang="en-US" sz="1800" b="1" dirty="0">
              <a:solidFill>
                <a:srgbClr val="FF0000"/>
              </a:solidFill>
              <a:latin typeface="Arial" panose="020B0604020202020204" pitchFamily="34" charset="0"/>
              <a:ea typeface="Arial Unicode MS" panose="020B0604020202020204" charset="-122"/>
              <a:cs typeface="Arial" panose="020B0604020202020204" pitchFamily="34" charset="0"/>
              <a:sym typeface="+mn-ea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en-US" sz="1400" b="1" i="1" dirty="0">
                <a:solidFill>
                  <a:schemeClr val="tx2"/>
                </a:solidFill>
                <a:latin typeface="Bell MT" panose="02020503060305020303" charset="0"/>
                <a:cs typeface="Bell MT" panose="02020503060305020303" charset="0"/>
              </a:rPr>
              <a:t>Controller: ESP32 Microcontroller.</a:t>
            </a:r>
            <a:endParaRPr lang="en-US" altLang="en-US" sz="1400" b="1" i="1" dirty="0">
              <a:solidFill>
                <a:schemeClr val="tx2"/>
              </a:solidFill>
              <a:latin typeface="Bell MT" panose="02020503060305020303" charset="0"/>
              <a:cs typeface="Bell MT" panose="02020503060305020303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en-US" sz="1400" b="1" i="1" dirty="0">
                <a:solidFill>
                  <a:schemeClr val="tx2"/>
                </a:solidFill>
                <a:latin typeface="Bell MT" panose="02020503060305020303" charset="0"/>
                <a:cs typeface="Bell MT" panose="02020503060305020303" charset="0"/>
              </a:rPr>
              <a:t>Sensors: MPU6050 Accelerometer &amp; Gyroscope.</a:t>
            </a:r>
            <a:endParaRPr lang="en-US" altLang="en-US" sz="1400" b="1" i="1" dirty="0">
              <a:solidFill>
                <a:schemeClr val="tx2"/>
              </a:solidFill>
              <a:latin typeface="Bell MT" panose="02020503060305020303" charset="0"/>
              <a:cs typeface="Bell MT" panose="02020503060305020303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en-US" sz="1400" b="1" i="1" dirty="0">
                <a:solidFill>
                  <a:schemeClr val="tx2"/>
                </a:solidFill>
                <a:latin typeface="Bell MT" panose="02020503060305020303" charset="0"/>
                <a:cs typeface="Bell MT" panose="02020503060305020303" charset="0"/>
              </a:rPr>
              <a:t>Alert: Active Buzzer.</a:t>
            </a:r>
            <a:endParaRPr lang="en-US" altLang="en-US" sz="1400" b="1" i="1" dirty="0">
              <a:solidFill>
                <a:schemeClr val="tx2"/>
              </a:solidFill>
              <a:latin typeface="Bell MT" panose="02020503060305020303" charset="0"/>
              <a:cs typeface="Bell MT" panose="02020503060305020303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en-US" sz="1400" b="1" i="1" dirty="0">
                <a:solidFill>
                  <a:schemeClr val="tx2"/>
                </a:solidFill>
                <a:latin typeface="Bell MT" panose="02020503060305020303" charset="0"/>
                <a:cs typeface="Bell MT" panose="02020503060305020303" charset="0"/>
              </a:rPr>
              <a:t>Power: 18650 Li-ion Battery.</a:t>
            </a:r>
            <a:endParaRPr lang="en-US" altLang="en-US" sz="1400" b="1" i="1" dirty="0">
              <a:solidFill>
                <a:schemeClr val="tx2"/>
              </a:solidFill>
              <a:latin typeface="Bell MT" panose="02020503060305020303" charset="0"/>
              <a:cs typeface="Bell MT" panose="02020503060305020303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en-US" sz="1400" b="1" i="1" dirty="0">
                <a:solidFill>
                  <a:schemeClr val="tx2"/>
                </a:solidFill>
                <a:latin typeface="Bell MT" panose="02020503060305020303" charset="0"/>
                <a:cs typeface="Bell MT" panose="02020503060305020303" charset="0"/>
              </a:rPr>
              <a:t>Modules: TP4056 Charging Module &amp; MT3608 Boost Converter.</a:t>
            </a:r>
            <a:endParaRPr lang="en-US" altLang="en-US" sz="1400" b="1" i="1" dirty="0">
              <a:solidFill>
                <a:schemeClr val="tx2"/>
              </a:solidFill>
              <a:latin typeface="Bell MT" panose="02020503060305020303" charset="0"/>
              <a:cs typeface="Bell MT" panose="02020503060305020303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en-US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CC3300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p:sp>
        <p:nvSpPr>
          <p:cNvPr id="17" name="Rectangle 34"/>
          <p:cNvSpPr>
            <a:spLocks noChangeArrowheads="1"/>
          </p:cNvSpPr>
          <p:nvPr/>
        </p:nvSpPr>
        <p:spPr bwMode="auto">
          <a:xfrm>
            <a:off x="7086600" y="9259570"/>
            <a:ext cx="3795395" cy="526542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5000" tIns="105000" rIns="105000" bIns="105000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lvl="0" algn="ctr">
              <a:spcBef>
                <a:spcPct val="50000"/>
              </a:spcBef>
              <a:defRPr/>
            </a:pPr>
            <a:r>
              <a:rPr lang="en-US" altLang="en-US" sz="1800" b="1" dirty="0">
                <a:solidFill>
                  <a:srgbClr val="FF0000"/>
                </a:solidFill>
                <a:latin typeface="Arial" panose="020B0604020202020204" pitchFamily="34" charset="0"/>
              </a:rPr>
              <a:t>Novelty</a:t>
            </a:r>
            <a:endParaRPr lang="en-US" altLang="en-US" sz="1800" b="1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marL="285750" lvl="0" indent="-285750">
              <a:spcBef>
                <a:spcPct val="50000"/>
              </a:spcBef>
              <a:buFont typeface="Arial" panose="020B0604020202020204" pitchFamily="34" charset="0"/>
              <a:buChar char="•"/>
              <a:defRPr/>
            </a:pPr>
            <a:r>
              <a:rPr kumimoji="0" lang="en-US" altLang="en-US" sz="1400" b="1" i="1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Bell MT" panose="02020503060305020303" charset="0"/>
                <a:cs typeface="Bell MT" panose="02020503060305020303" charset="0"/>
              </a:rPr>
              <a:t>I</a:t>
            </a:r>
            <a:r>
              <a:rPr kumimoji="0" lang="en-US" altLang="en-US" sz="1800" b="1" i="1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Bell MT" panose="02020503060305020303" charset="0"/>
                <a:cs typeface="Bell MT" panose="02020503060305020303" charset="0"/>
              </a:rPr>
              <a:t>ntegrated Power Management: Uses a boost converter and charging module for independent, portable operation.</a:t>
            </a:r>
            <a:endParaRPr kumimoji="0" lang="en-US" altLang="en-US" sz="1800" b="1" i="1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Bell MT" panose="02020503060305020303" charset="0"/>
              <a:cs typeface="Bell MT" panose="02020503060305020303" charset="0"/>
            </a:endParaRPr>
          </a:p>
          <a:p>
            <a:pPr marL="285750" lvl="0" indent="-285750">
              <a:spcBef>
                <a:spcPct val="50000"/>
              </a:spcBef>
              <a:buFont typeface="Arial" panose="020B0604020202020204" pitchFamily="34" charset="0"/>
              <a:buChar char="•"/>
              <a:defRPr/>
            </a:pPr>
            <a:r>
              <a:rPr kumimoji="0" lang="en-US" altLang="en-US" sz="1800" b="1" i="1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Bell MT" panose="02020503060305020303" charset="0"/>
                <a:cs typeface="Bell MT" panose="02020503060305020303" charset="0"/>
              </a:rPr>
              <a:t>Compact Design: Small form factor allows for integration into various personal items.</a:t>
            </a:r>
            <a:endParaRPr kumimoji="0" lang="en-US" altLang="en-US" sz="1800" b="1" i="1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Bell MT" panose="02020503060305020303" charset="0"/>
              <a:cs typeface="Bell MT" panose="02020503060305020303" charset="0"/>
            </a:endParaRPr>
          </a:p>
          <a:p>
            <a:pPr marL="285750" lvl="0" indent="-285750">
              <a:spcBef>
                <a:spcPct val="50000"/>
              </a:spcBef>
              <a:buFont typeface="Arial" panose="020B0604020202020204" pitchFamily="34" charset="0"/>
              <a:buChar char="•"/>
              <a:defRPr/>
            </a:pPr>
            <a:r>
              <a:rPr kumimoji="0" lang="en-US" altLang="en-US" sz="1800" b="1" i="1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Bell MT" panose="02020503060305020303" charset="0"/>
                <a:cs typeface="Bell MT" panose="02020503060305020303" charset="0"/>
              </a:rPr>
              <a:t>High Sensitivity: Utilizes a 6-axis motion tracking sensor for precise detection.</a:t>
            </a:r>
            <a:endParaRPr kumimoji="0" lang="en-US" altLang="en-US" sz="1800" b="1" i="1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Bell MT" panose="02020503060305020303" charset="0"/>
              <a:cs typeface="Bell MT" panose="02020503060305020303" charset="0"/>
            </a:endParaRPr>
          </a:p>
        </p:txBody>
      </p:sp>
      <p:sp>
        <p:nvSpPr>
          <p:cNvPr id="18" name="Rectangle 35"/>
          <p:cNvSpPr>
            <a:spLocks noChangeArrowheads="1"/>
          </p:cNvSpPr>
          <p:nvPr/>
        </p:nvSpPr>
        <p:spPr bwMode="auto">
          <a:xfrm>
            <a:off x="66040" y="11859260"/>
            <a:ext cx="6899910" cy="266509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5000" tIns="105000" rIns="105000" bIns="105000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GB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Future scope</a:t>
            </a:r>
            <a:endParaRPr kumimoji="0" lang="en-US" altLang="en-GB" sz="1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en-US" sz="1600" b="1" i="1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Bell MT" panose="02020503060305020303" charset="0"/>
                <a:ea typeface="+mn-ea"/>
                <a:cs typeface="Bell MT" panose="02020503060305020303" charset="0"/>
              </a:rPr>
              <a:t>IoT Connectivity: Adding WiFi notifications to alert the owner's smartphone.</a:t>
            </a:r>
            <a:endParaRPr kumimoji="0" lang="en-US" altLang="en-US" sz="1600" b="1" i="1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Bell MT" panose="02020503060305020303" charset="0"/>
              <a:ea typeface="+mn-ea"/>
              <a:cs typeface="Bell MT" panose="02020503060305020303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en-US" sz="1600" b="1" i="1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Bell MT" panose="02020503060305020303" charset="0"/>
                <a:ea typeface="+mn-ea"/>
                <a:cs typeface="Bell MT" panose="02020503060305020303" charset="0"/>
              </a:rPr>
              <a:t>GPS Integration: Implementing location tracking if the item is moved away.</a:t>
            </a:r>
            <a:endParaRPr kumimoji="0" lang="en-US" altLang="en-US" sz="1600" b="1" i="1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Bell MT" panose="02020503060305020303" charset="0"/>
              <a:ea typeface="+mn-ea"/>
              <a:cs typeface="Bell MT" panose="02020503060305020303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en-US" sz="1600" b="1" i="1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Bell MT" panose="02020503060305020303" charset="0"/>
                <a:ea typeface="+mn-ea"/>
                <a:cs typeface="Bell MT" panose="02020503060305020303" charset="0"/>
              </a:rPr>
              <a:t>Power Optimization: Implementing "Deep Sleep" modes to extend battery life.</a:t>
            </a:r>
            <a:endParaRPr kumimoji="0" lang="en-US" altLang="en-US" sz="1600" b="1" i="1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Bell MT" panose="02020503060305020303" charset="0"/>
              <a:ea typeface="+mn-ea"/>
              <a:cs typeface="Bell MT" panose="02020503060305020303" charset="0"/>
            </a:endParaRPr>
          </a:p>
        </p:txBody>
      </p:sp>
      <p:sp>
        <p:nvSpPr>
          <p:cNvPr id="19" name="Rectangle 21"/>
          <p:cNvSpPr/>
          <p:nvPr/>
        </p:nvSpPr>
        <p:spPr>
          <a:xfrm>
            <a:off x="4664016" y="-20136"/>
            <a:ext cx="1670050" cy="1163955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endParaRPr lang="en-US" altLang="en-US" sz="2000" dirty="0">
              <a:latin typeface="Times New Roman" panose="02020603050405020304" pitchFamily="18" charset="0"/>
            </a:endParaRPr>
          </a:p>
        </p:txBody>
      </p:sp>
      <p:pic>
        <p:nvPicPr>
          <p:cNvPr id="20" name="Picture 19" descr="kiit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798001" y="122796"/>
            <a:ext cx="1402080" cy="1057275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0275" y="4387850"/>
            <a:ext cx="3397250" cy="334200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Blank Presentatio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noFill/>
        </a:ln>
      </a:spPr>
      <a:bodyPr lIns="105000" tIns="105000" rIns="105000" bIns="105000"/>
      <a:lstStyle>
        <a:defPPr lvl="0" algn="ctr">
          <a:spcBef>
            <a:spcPct val="50000"/>
          </a:spcBef>
          <a:defRPr/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Office\Templates\Blank Presentation.pot</Template>
  <TotalTime>0</TotalTime>
  <Words>1852</Words>
  <Application>WPS Presentation</Application>
  <PresentationFormat>Custom</PresentationFormat>
  <Paragraphs>81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3" baseType="lpstr">
      <vt:lpstr>Arial</vt:lpstr>
      <vt:lpstr>SimSun</vt:lpstr>
      <vt:lpstr>Wingdings</vt:lpstr>
      <vt:lpstr>Times New Roman</vt:lpstr>
      <vt:lpstr>Bell MT</vt:lpstr>
      <vt:lpstr>Arial Unicode MS</vt:lpstr>
      <vt:lpstr>Monotype Sorts</vt:lpstr>
      <vt:lpstr>Bernard MT Condensed</vt:lpstr>
      <vt:lpstr>Microsoft YaHei</vt:lpstr>
      <vt:lpstr>Arial Unicode MS</vt:lpstr>
      <vt:lpstr>Wingdings</vt:lpstr>
      <vt:lpstr>Blank Presentation</vt:lpstr>
      <vt:lpstr>PowerPoint 演示文稿</vt:lpstr>
    </vt:vector>
  </TitlesOfParts>
  <Company>UNSW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Slide Title</dc:title>
  <dc:creator>sashikiran</dc:creator>
  <cp:lastModifiedBy>Akhand Pratap Singh</cp:lastModifiedBy>
  <cp:revision>260</cp:revision>
  <cp:lastPrinted>1999-09-02T03:17:00Z</cp:lastPrinted>
  <dcterms:created xsi:type="dcterms:W3CDTF">1997-10-24T05:44:00Z</dcterms:created>
  <dcterms:modified xsi:type="dcterms:W3CDTF">2026-03-13T12:00:50Z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1033-12.2.0.23196</vt:lpwstr>
  </property>
  <property fmtid="{D5CDD505-2E9C-101B-9397-08002B2CF9AE}" pid="3" name="ICV">
    <vt:lpwstr>435A08BD68ED43D9B09661B1CC7C32FC_13</vt:lpwstr>
  </property>
</Properties>
</file>